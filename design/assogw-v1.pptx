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8"/>
  </p:notesMasterIdLst>
  <p:handoutMasterIdLst>
    <p:handoutMasterId r:id="rId9"/>
  </p:handoutMasterIdLst>
  <p:sldIdLst>
    <p:sldId id="280" r:id="rId5"/>
    <p:sldId id="282" r:id="rId6"/>
    <p:sldId id="283" r:id="rId7"/>
  </p:sldIdLst>
  <p:sldSz cx="12192000" cy="6858000"/>
  <p:notesSz cx="6858000" cy="9144000"/>
  <p:defaultTextStyle>
    <a:defPPr rtl="0"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8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8" autoAdjust="0"/>
    <p:restoredTop sz="94619" autoAdjust="0"/>
  </p:normalViewPr>
  <p:slideViewPr>
    <p:cSldViewPr snapToGrid="0">
      <p:cViewPr varScale="1">
        <p:scale>
          <a:sx n="77" d="100"/>
          <a:sy n="77" d="100"/>
        </p:scale>
        <p:origin x="96" y="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8" d="100"/>
          <a:sy n="78" d="100"/>
        </p:scale>
        <p:origin x="3494" y="8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F05132-4288-4164-B1CA-F5AC1CC796A7}" type="datetime1">
              <a:rPr lang="pt-BR" smtClean="0"/>
              <a:t>16/01/2026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3B07BE-C169-4870-872B-F61D89F55549}" type="slidenum">
              <a:rPr lang="pt-BR" smtClean="0"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1089776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37FA0DA-72A3-424F-8A35-066434C5B9F1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 dirty="0"/>
              <a:t>Clique para editar o texto Mestre</a:t>
            </a:r>
          </a:p>
          <a:p>
            <a:pPr lvl="1" rtl="0"/>
            <a:r>
              <a:rPr lang="pt-BR" noProof="0" dirty="0"/>
              <a:t>Segundo nível</a:t>
            </a:r>
          </a:p>
          <a:p>
            <a:pPr lvl="2" rtl="0"/>
            <a:r>
              <a:rPr lang="pt-BR" noProof="0" dirty="0"/>
              <a:t>Terceiro nível</a:t>
            </a:r>
          </a:p>
          <a:p>
            <a:pPr lvl="3" rtl="0"/>
            <a:r>
              <a:rPr lang="pt-BR" noProof="0" dirty="0"/>
              <a:t>Quarto nível</a:t>
            </a:r>
          </a:p>
          <a:p>
            <a:pPr lvl="4" rtl="0"/>
            <a:r>
              <a:rPr lang="pt-BR" noProof="0" dirty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 dirty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E6DE88F-1F85-4A27-9D34-D74A50E7B0DA}" type="slidenum">
              <a:rPr lang="pt-BR" noProof="0" smtClean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373009185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rtlCol="0" anchor="b">
            <a:normAutofit/>
          </a:bodyPr>
          <a:lstStyle>
            <a:lvl1pPr algn="ctr">
              <a:defRPr sz="5400"/>
            </a:lvl1pPr>
          </a:lstStyle>
          <a:p>
            <a:pPr rtl="0"/>
            <a:r>
              <a:rPr lang="en-GB" noProof="0"/>
              <a:t>Click to edit Master title style</a:t>
            </a:r>
            <a:endParaRPr lang="pt-BR" noProof="0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rtlCol="0"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en-GB" noProof="0"/>
              <a:t>Click to edit Master subtitle style</a:t>
            </a:r>
            <a:endParaRPr lang="pt-BR" noProof="0" dirty="0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0354758-9FD6-46D3-BA08-042BE364EA46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pPr rtl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150746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GB" noProof="0"/>
              <a:t>Click to edit Master title style</a:t>
            </a:r>
            <a:endParaRPr lang="pt-BR" noProof="0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  <a:endParaRPr lang="pt-BR" noProof="0" dirty="0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1A070AB-0B0E-4B2D-804F-566417906A61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3154865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rtlCol="0" anchor="b"/>
          <a:lstStyle>
            <a:lvl1pPr algn="ctr">
              <a:defRPr sz="4000" b="0" cap="none"/>
            </a:lvl1pPr>
          </a:lstStyle>
          <a:p>
            <a:pPr rtl="0"/>
            <a:r>
              <a:rPr lang="en-GB" noProof="0"/>
              <a:t>Click to edit Master title style</a:t>
            </a:r>
            <a:endParaRPr lang="pt-BR" noProof="0" dirty="0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rtlCol="0"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28BC9E8-30A4-4EE6-BB83-B04327D9020A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pPr rtl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84640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 rtlCol="0"/>
          <a:lstStyle/>
          <a:p>
            <a:pPr rtl="0"/>
            <a:r>
              <a:rPr lang="en-GB" noProof="0"/>
              <a:t>Click to edit Master title style</a:t>
            </a:r>
            <a:endParaRPr lang="pt-BR" noProof="0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rtlCol="0" anchor="t">
            <a:normAutofit/>
          </a:bodyPr>
          <a:lstStyle/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  <a:endParaRPr lang="pt-BR" noProof="0" dirty="0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rtlCol="0" anchor="t">
            <a:normAutofit/>
          </a:bodyPr>
          <a:lstStyle/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  <a:endParaRPr lang="pt-BR" noProof="0" dirty="0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D2B272B-E9E3-4682-90D8-4B44853FAF6D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3988205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m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Imagem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en-GB" noProof="0"/>
              <a:t>Click to edit Master title style</a:t>
            </a:r>
            <a:endParaRPr lang="pt-BR" noProof="0" dirty="0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  <a:endParaRPr lang="pt-BR" noProof="0" dirty="0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  <a:endParaRPr lang="pt-BR" noProof="0" dirty="0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55272F-B51B-4957-97B0-074D18FB99AD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235120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GB" noProof="0"/>
              <a:t>Click to edit Master title style</a:t>
            </a:r>
            <a:endParaRPr lang="pt-BR" noProof="0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1056502-BDB4-46EE-9217-C5A23E5BE0CE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42909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E6A84A-F340-402E-97D3-C59F51FBE66F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655130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rtlCol="0" anchor="b">
            <a:normAutofit/>
          </a:bodyPr>
          <a:lstStyle>
            <a:lvl1pPr algn="ctr">
              <a:defRPr sz="2800" b="0"/>
            </a:lvl1pPr>
          </a:lstStyle>
          <a:p>
            <a:pPr rtl="0"/>
            <a:r>
              <a:rPr lang="en-GB" noProof="0"/>
              <a:t>Click to edit Master title style</a:t>
            </a:r>
            <a:endParaRPr lang="pt-BR" noProof="0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 rtlCol="0">
            <a:normAutofit/>
          </a:bodyPr>
          <a:lstStyle/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  <a:endParaRPr lang="pt-BR" noProof="0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0C5BF86-AA12-49E0-AC44-8E2B1E4B1B72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pPr rtl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79355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m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rtlCol="0" anchor="b">
            <a:noAutofit/>
          </a:bodyPr>
          <a:lstStyle>
            <a:lvl1pPr algn="ctr">
              <a:defRPr sz="3200" b="0"/>
            </a:lvl1pPr>
          </a:lstStyle>
          <a:p>
            <a:pPr rtl="0"/>
            <a:r>
              <a:rPr lang="en-GB" noProof="0"/>
              <a:t>Click to edit Master title style</a:t>
            </a:r>
            <a:endParaRPr lang="pt-BR" noProof="0" dirty="0"/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en-GB" noProof="0"/>
              <a:t>Click icon to add picture</a:t>
            </a:r>
            <a:endParaRPr lang="pt-BR" noProof="0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85EFD07-A8B9-401F-868B-7649A9F826C1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pt-BR" noProof="0" dirty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53056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m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rtlCol="0" anchor="b">
            <a:normAutofit/>
          </a:bodyPr>
          <a:lstStyle>
            <a:lvl1pPr algn="ctr">
              <a:defRPr sz="2800"/>
            </a:lvl1pPr>
          </a:lstStyle>
          <a:p>
            <a:pPr rtl="0"/>
            <a:r>
              <a:rPr lang="en-GB" noProof="0"/>
              <a:t>Click to edit Master title style</a:t>
            </a:r>
            <a:endParaRPr lang="pt-BR" noProof="0" dirty="0"/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n-GB" noProof="0"/>
              <a:t>Click icon to add picture</a:t>
            </a:r>
            <a:endParaRPr lang="pt-BR" noProof="0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rtlCol="0"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C8ECD64-5AF2-4F32-AD18-136C465DC047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00950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rtlCol="0" anchor="ctr">
            <a:normAutofit/>
          </a:bodyPr>
          <a:lstStyle>
            <a:lvl1pPr>
              <a:defRPr sz="4000"/>
            </a:lvl1pPr>
          </a:lstStyle>
          <a:p>
            <a:pPr rtl="0"/>
            <a:r>
              <a:rPr lang="en-GB" noProof="0"/>
              <a:t>Click to edit Master title style</a:t>
            </a:r>
            <a:endParaRPr lang="pt-BR" noProof="0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rtlCol="0"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3F6B3D0-4304-407F-B819-80FF4D568789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05385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en-GB" noProof="0"/>
              <a:t>Click to edit Master title style</a:t>
            </a:r>
            <a:endParaRPr lang="pt-BR" noProof="0" dirty="0"/>
          </a:p>
        </p:txBody>
      </p:sp>
      <p:sp>
        <p:nvSpPr>
          <p:cNvPr id="12" name="Espaço Reservado para Texto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6F363FB-ECEA-4A76-B765-85460030C156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t>‹#›</a:t>
            </a:fld>
            <a:endParaRPr lang="pt-BR" noProof="0" dirty="0"/>
          </a:p>
        </p:txBody>
      </p:sp>
      <p:sp>
        <p:nvSpPr>
          <p:cNvPr id="11" name="Caixa de texto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rtl="0"/>
            <a:r>
              <a:rPr lang="pt-BR" sz="8000" noProof="0" dirty="0">
                <a:solidFill>
                  <a:schemeClr val="tx1"/>
                </a:solidFill>
                <a:effectLst/>
              </a:rPr>
              <a:t>"</a:t>
            </a:r>
          </a:p>
        </p:txBody>
      </p:sp>
      <p:sp>
        <p:nvSpPr>
          <p:cNvPr id="13" name="Caixa de texto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pt-BR" sz="8000" noProof="0" dirty="0">
                <a:solidFill>
                  <a:schemeClr val="tx1"/>
                </a:solidFill>
                <a:effectLst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77529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n-GB" noProof="0"/>
              <a:t>Click to edit Master title style</a:t>
            </a:r>
            <a:endParaRPr lang="pt-BR" noProof="0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rtlCol="0"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F319CEA-9EF4-4A65-A004-44DCCF154232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345092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 rtlCol="0"/>
          <a:lstStyle/>
          <a:p>
            <a:pPr rtl="0"/>
            <a:r>
              <a:rPr lang="en-GB" noProof="0"/>
              <a:t>Click to edit Master title style</a:t>
            </a:r>
            <a:endParaRPr lang="pt-BR" noProof="0" dirty="0"/>
          </a:p>
        </p:txBody>
      </p:sp>
      <p:sp>
        <p:nvSpPr>
          <p:cNvPr id="7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8" name="Espaço reservado para texto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9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10" name="Espaço reservado para texto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11" name="Espaço reservado para texto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12" name="Espaço reservado para texto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591AA47-C612-4DA8-B151-4B748B7DAC4D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032647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Imagem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Imagem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ítulo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 rtlCol="0"/>
          <a:lstStyle/>
          <a:p>
            <a:pPr rtl="0"/>
            <a:r>
              <a:rPr lang="en-GB" noProof="0"/>
              <a:t>Click to edit Master title style</a:t>
            </a:r>
            <a:endParaRPr lang="pt-BR" noProof="0" dirty="0"/>
          </a:p>
        </p:txBody>
      </p:sp>
      <p:sp>
        <p:nvSpPr>
          <p:cNvPr id="19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20" name="Espaço Reservado para Imagem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en-GB" noProof="0"/>
              <a:t>Click icon to add picture</a:t>
            </a:r>
            <a:endParaRPr lang="pt-BR" noProof="0" dirty="0"/>
          </a:p>
        </p:txBody>
      </p:sp>
      <p:sp>
        <p:nvSpPr>
          <p:cNvPr id="21" name="Espaço reservado para texto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22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23" name="Espaço Reservado para Imagem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en-GB" noProof="0"/>
              <a:t>Click icon to add picture</a:t>
            </a:r>
            <a:endParaRPr lang="pt-BR" noProof="0" dirty="0"/>
          </a:p>
        </p:txBody>
      </p:sp>
      <p:sp>
        <p:nvSpPr>
          <p:cNvPr id="24" name="Espaço reservado para texto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25" name="Espaço reservado para texto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26" name="Espaço reservado para imagem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en-GB" noProof="0"/>
              <a:t>Click icon to add picture</a:t>
            </a:r>
            <a:endParaRPr lang="pt-BR" noProof="0" dirty="0"/>
          </a:p>
        </p:txBody>
      </p:sp>
      <p:sp>
        <p:nvSpPr>
          <p:cNvPr id="27" name="Espaço reservado para texto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n-GB" noProof="0"/>
              <a:t>Click to edit Master text styles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C27F2B2-02FF-4D65-8FE7-F6AE0D863843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pt-BR" noProof="0" smtClean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793254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t-BR" noProof="0" dirty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 rtl="0"/>
            <a:r>
              <a:rPr lang="pt-BR" noProof="0" dirty="0"/>
              <a:t>Clique para editar o texto Mestre</a:t>
            </a:r>
          </a:p>
          <a:p>
            <a:pPr lvl="1" rtl="0"/>
            <a:r>
              <a:rPr lang="pt-BR" noProof="0" dirty="0"/>
              <a:t>Segundo nível</a:t>
            </a:r>
          </a:p>
          <a:p>
            <a:pPr lvl="2" rtl="0"/>
            <a:r>
              <a:rPr lang="pt-BR" noProof="0" dirty="0"/>
              <a:t>Terceiro nível</a:t>
            </a:r>
          </a:p>
          <a:p>
            <a:pPr lvl="3" rtl="0"/>
            <a:r>
              <a:rPr lang="pt-BR" noProof="0" dirty="0"/>
              <a:t>Quarto nível</a:t>
            </a:r>
          </a:p>
          <a:p>
            <a:pPr lvl="4" rtl="0"/>
            <a:r>
              <a:rPr lang="pt-BR" noProof="0" dirty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pPr rtl="0"/>
            <a:fld id="{76D0790B-18CF-4284-B479-4F95A66DEDDE}" type="datetime1">
              <a:rPr lang="pt-BR" noProof="0" smtClean="0"/>
              <a:t>16/01/2026</a:t>
            </a:fld>
            <a:endParaRPr lang="pt-BR" noProof="0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pPr rtl="0"/>
            <a:endParaRPr lang="pt-BR" noProof="0" dirty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pPr rtl="0"/>
            <a:fld id="{3A98EE3D-8CD1-4C3F-BD1C-C98C9596463C}" type="slidenum">
              <a:rPr lang="pt-BR" noProof="0" smtClean="0"/>
              <a:t>‹#›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8589783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ar parked in front of a pool&#10;&#10;AI-generated content may be incorrect.">
            <a:extLst>
              <a:ext uri="{FF2B5EF4-FFF2-40B4-BE49-F238E27FC236}">
                <a16:creationId xmlns:a16="http://schemas.microsoft.com/office/drawing/2014/main" id="{4FAD9069-3D43-6C6C-E59C-DEE55961CD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215" r="1376" b="-2"/>
          <a:stretch>
            <a:fillRect/>
          </a:stretch>
        </p:blipFill>
        <p:spPr>
          <a:xfrm>
            <a:off x="-35169" y="-1641231"/>
            <a:ext cx="12461631" cy="92950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23805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1B110E-1F48-2E44-95CC-4E7EF5A29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F75AE760-4DD1-8FC5-79A6-75BECD89B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764" y="2346455"/>
            <a:ext cx="10012471" cy="2165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28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691090-2C9B-5DA3-5F16-D1F206548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oup of different colors of different shades of blue brown black and white&#10;&#10;AI-generated content may be incorrect.">
            <a:extLst>
              <a:ext uri="{FF2B5EF4-FFF2-40B4-BE49-F238E27FC236}">
                <a16:creationId xmlns:a16="http://schemas.microsoft.com/office/drawing/2014/main" id="{F28A58EA-3442-35A3-8838-85471CD273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66422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ustom 35">
      <a:dk1>
        <a:sysClr val="windowText" lastClr="000000"/>
      </a:dk1>
      <a:lt1>
        <a:sysClr val="window" lastClr="FFFFFF"/>
      </a:lt1>
      <a:dk2>
        <a:srgbClr val="4E3B30"/>
      </a:dk2>
      <a:lt2>
        <a:srgbClr val="F4EDD8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4285727_TF55705232.potx" id="{CF89F022-7C0A-442C-87D4-E924F7E5F040}" vid="{1DB92B71-4A04-4E0B-81E6-75673672B254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4B270AB-C138-415C-897E-3C24487DECF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585E981-8C91-4205-A0C3-C991F42B4C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C4C00F4-06E9-43E3-AD97-88A857CEFA82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{5A4403AB-3F7B-48D7-A288-5FA2CA330A08}TFe742eee6-54b3-45e8-a03d-f3d997f9b6caa95892a5_win32-dcd870250369</Template>
  <TotalTime>36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Calibri</vt:lpstr>
      <vt:lpstr>Goudy Old Style</vt:lpstr>
      <vt:lpstr>Wingdings 2</vt:lpstr>
      <vt:lpstr>SlateVTI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Cleiton  Tortato do Sacramento</dc:creator>
  <cp:lastModifiedBy>Cleiton  Tortato do Sacramento</cp:lastModifiedBy>
  <cp:revision>2</cp:revision>
  <dcterms:created xsi:type="dcterms:W3CDTF">2026-01-16T13:20:48Z</dcterms:created>
  <dcterms:modified xsi:type="dcterms:W3CDTF">2026-01-16T13:57:25Z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